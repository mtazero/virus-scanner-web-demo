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Chào khán giả: trình bày đi từ lý thuyết các lớp phát hiện, sang kiến trúc demo (chữ ký ClamAV + CNN Malimg), có đoạn bối cảnh Mustang Panda và insight mẫu — không đi sâu thống kê commit hay số dòng trong DB. Nhấn mạnh: CNN là gợi ý, chữ ký là khớp mẫu đã biết.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Giải thích ngắn tại sao chỉ dựa vào một kỹ thuật là không đủ. Zero-day và mẫu chỉnh sửa nhẹ có thể lọt hash; pattern có thể false positive nếu quá ngắn; ML có thể nhầm nếu dữ liệu train lệch. Slide này dẫn dắt sang phân loại các hướng tiếp cận ở slide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Khi trả lời thầy: chữ ký giải thích được (đã biết mẫu); hành vi cần môi trường quan sát; ML là thống kê trên không gian đặc trưng. Trong thực tế enterprise thường xếp chồng: EDR + AV + threat intel + (đôi khi)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Liên hệ code: khi chạy app có log load signature và build Aho–Corasick — đó là tối ưu để quét hàng trăm nghìn pattern không duyệt naive từng rule một. Nhắc trade-off: pattern quá chung có thể FP.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Trích ý từ readme-ml và doc-ai-bao-cao-tom-tat: CNN học trên biểu diễn ảnh của file, không đọc cấu trúc PE như phân tích tĩnh chuyên sâu. Nên nói rõ giới hạn: file lạ, adversarial padding, hoặc lớp không có trong 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slide sơ đồ khái niệm: có thể vẽ thêm mũi tên trên PPT. Thông điệp chính: signature cho IOC đã biết; CNN cho tín hiệu khi chưa có rule hoặc cần ưu tiên phân tích. Nếu thầy hỏi 'tại sao không chỉ ML': độ giải thích và độ tin cậy khác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trung lập: dựa trên báo cáo công khai và mẫu thu thập trong phạm vi nghiên cứu. Không cần đi sâu attribution chính trị — tập trung kỹ thuật: vector ban đầu, persistence, TTPs nếu có thời gian.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đạo đức: chỉ demo trong lab cách ly; không phát tán mẫu. Về mặt kỹ thuật: khi file trùng một trong các hash mới, scanner báo theo tên trong DB; CNN vẫn có thể đưa ra phân loại Malimg khác.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thúc: mở Q&amp;A. Gợi ý hướng mở rộng: pipeline import IOC định kỳ, đánh giá FP trên tập benign, logging khớp signature. Tham chiếu học thuật Malimg: Nataraj et al.; code CNN tham chiếu cridin1/malware-classification-CNN nếu cần.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Phát hiện mã độc: lý thuyết và thực hành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Bổ sung dữ liệu Mustang Panda (APT) vào tầng chữ ký — đồ án scanner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&amp; vấn đề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Mã độc đa dạng: packer, biến thể, chiến dịch APT có mồi nhử tinh vi</a:t>
            </a:r>
          </a:p>
          <a:p>
            <a:pPr>
              <a:defRPr sz="2000"/>
            </a:pPr>
            <a:r>
              <a:t>Không có một phương pháp duy nhất: cần nhiều lớp (signature, heuristic, ML…)</a:t>
            </a:r>
          </a:p>
          <a:p>
            <a:pPr>
              <a:defRPr sz="2000"/>
            </a:pPr>
            <a:r>
              <a:t>Đồ án: minh họa hybrid — quét chữ ký + gợi ý CNN trên ảnh hóa byte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 hướng phát hiện (tổng quan lý thuyết)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Chữ ký / tri thức: hash, IOC, mẫu byte, rules (ClamAV, YARA…)</a:t>
            </a:r>
          </a:p>
          <a:p>
            <a:pPr>
              <a:defRPr sz="2000"/>
            </a:pPr>
            <a:r>
              <a:t>Heuristic &amp; hành vi: sandbox, API monitoring, anomaly trên host/network</a:t>
            </a:r>
          </a:p>
          <a:p>
            <a:pPr>
              <a:defRPr sz="2000"/>
            </a:pPr>
            <a:r>
              <a:t>Học máy: đặc trưng học từ dữ liệu (ví dụ Malimg + CNN) — xác suất, không phải luật cứng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Chữ ký: hash, mẫu byte &amp; quét nhanh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Hash: khớp tức thì nếu trùng — yếu với biến thể chưa có trong DB</a:t>
            </a:r>
          </a:p>
          <a:p>
            <a:pPr>
              <a:defRPr sz="2000"/>
            </a:pPr>
            <a:r>
              <a:t>Mẫu byte / wildcard: linh hoạt hơn, cần thiết kế và cập nhật DB</a:t>
            </a:r>
          </a:p>
          <a:p>
            <a:pPr>
              <a:defRPr sz="2000"/>
            </a:pPr>
            <a:r>
              <a:t>Nhiều mẫu → dùng automaton đa mẫu (Aho–Corasick) khi quét buffer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Học máy: Malimg + CNN (lớp gợi ý)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Byte → lưới 2D (Malimg) → resize — coi như ảnh để vào CNN</a:t>
            </a:r>
          </a:p>
          <a:p>
            <a:pPr>
              <a:defRPr sz="2000"/>
            </a:pPr>
            <a:r>
              <a:t>Conv / Pool: mẫu cục bộ; Dense + softmax: phân loại đa lớp</a:t>
            </a:r>
          </a:p>
          <a:p>
            <a:pPr>
              <a:defRPr sz="2000"/>
            </a:pPr>
            <a:r>
              <a:t>Vai trò trong đồ án: tham khảo xác suất — không thay thế antivirus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demo: hai lớp bổ sung nhau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Upload file → quét chữ ký (hash + pattern từ DB)</a:t>
            </a:r>
          </a:p>
          <a:p>
            <a:pPr>
              <a:defRPr sz="2000"/>
            </a:pPr>
            <a:r>
              <a:t>Song song / kế tiếp: CNN trên ảnh hóa → top lớp + mức nghi ngờ</a:t>
            </a:r>
          </a:p>
          <a:p>
            <a:pPr>
              <a:defRPr sz="2000"/>
            </a:pPr>
            <a:r>
              <a:t>Kết quả: kết hợp diễn giải — khớp signature vs gợi ý thống kê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Mustang Panda (APT): bối cảnh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Nhóm APT được gán nhiều tên theo báo cáo (RedDelta, Bronze President…)</a:t>
            </a:r>
          </a:p>
          <a:p>
            <a:pPr>
              <a:defRPr sz="2000"/>
            </a:pPr>
            <a:r>
              <a:t>Thường: spear-phishing, mồi nhử tài liệu, công cụ tùy biến, DLL side-load</a:t>
            </a:r>
          </a:p>
          <a:p>
            <a:pPr>
              <a:defRPr sz="2000"/>
            </a:pPr>
            <a:r>
              <a:t>Mục tiêu trình bày: nêu vì sao cần bổ sung IOC/hash vào DB nội bộ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từ mẫu &amp; ý nghĩa với 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Tên artifact thường giả mạo phần mềm quen thuộc — dấu hiệu mồi nhử</a:t>
            </a:r>
          </a:p>
          <a:p>
            <a:pPr>
              <a:defRPr sz="2000"/>
            </a:pPr>
            <a:r>
              <a:t>Nhiều .dll/.dat đi kèm — gợi ý side-loading / đóng gói lẫn binary hợp pháp</a:t>
            </a:r>
          </a:p>
          <a:p>
            <a:pPr>
              <a:defRPr sz="2000"/>
            </a:pPr>
            <a:r>
              <a:t>CNN có thể không có lớp Mustang Panda riêng → tầng chữ ký đóng vai trò then chốt cho các hash này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 &amp; tham chiếu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Tóm tắt: đa lớp phát hiện; demo = chữ ký (AC) + CNN (Malimg)</a:t>
            </a:r>
          </a:p>
          <a:p>
            <a:pPr>
              <a:defRPr sz="2000"/>
            </a:pPr>
            <a:r>
              <a:t>Có thể mở rộng DB chữ ký (IOC / hash APT) trong virus_signatures.txt khi có nguồn uy tín</a:t>
            </a:r>
          </a:p>
          <a:p>
            <a:pPr>
              <a:defRPr sz="2000"/>
            </a:pPr>
            <a:r>
              <a:t>Tài liệu trong repo: readme-ml.md, doc-ai-bao-cao-tom-tat.md, doc-ai-hoc-may.md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